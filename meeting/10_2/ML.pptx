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1" r:id="rId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673"/>
  </p:normalViewPr>
  <p:slideViewPr>
    <p:cSldViewPr snapToGrid="0">
      <p:cViewPr varScale="1">
        <p:scale>
          <a:sx n="115" d="100"/>
          <a:sy n="115" d="100"/>
        </p:scale>
        <p:origin x="66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F1315EB-583D-D5BF-90E2-B4923FCDCB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4F971181-AE51-840D-0759-4C06B7586C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274FE08-C61E-A28C-745F-07AE0B028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C30AB-B4C5-9B4C-A137-0CE7EC9A565C}" type="datetimeFigureOut">
              <a:rPr kumimoji="1" lang="zh-TW" altLang="en-US" smtClean="0"/>
              <a:t>2026/10/2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21DD277-B925-F1B0-E17C-7F8104ACB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C085847-8D4E-1C0E-0913-37BE4CD58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4E62A-82F8-2745-B2BD-903249D642B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4175486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8D747E9-6F6D-ECE9-9BD2-9322317AA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C934EF2-BEA5-2CEB-F833-25FABB15A9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107F8D4-6E84-F70F-5D36-07195E451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C30AB-B4C5-9B4C-A137-0CE7EC9A565C}" type="datetimeFigureOut">
              <a:rPr kumimoji="1" lang="zh-TW" altLang="en-US" smtClean="0"/>
              <a:t>2026/10/2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EEAC588-26BF-9299-629C-ADD23F893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6A0E77B-813A-D49B-4BF1-31E55E1D6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4E62A-82F8-2745-B2BD-903249D642B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600502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B7DC203-3664-869F-E9B5-4AEF7240D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B8AD84A-AC2A-460D-A8DE-036D3F6EAF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3850A24-E2A4-075B-883F-C330483CD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C30AB-B4C5-9B4C-A137-0CE7EC9A565C}" type="datetimeFigureOut">
              <a:rPr kumimoji="1" lang="zh-TW" altLang="en-US" smtClean="0"/>
              <a:t>2026/10/2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DAD7CA4-C358-1128-A69F-5BDAEE7B6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4F6199B-AA3E-8100-C961-56A3A92FB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4E62A-82F8-2745-B2BD-903249D642B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642936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897D276-BE98-3AF2-ABC8-BC2676A16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B1EC110-A6E9-162B-E62F-3A316DBE5F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1950309-7C74-722B-DB13-F7DF99B8A0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E87FB20-6248-92F4-48F3-2F034963D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C30AB-B4C5-9B4C-A137-0CE7EC9A565C}" type="datetimeFigureOut">
              <a:rPr kumimoji="1" lang="zh-TW" altLang="en-US" smtClean="0"/>
              <a:t>2026/10/2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9BFF970-5186-C2F7-5647-437A03940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BCE5781-797F-EE37-2171-E129FAA5E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4E62A-82F8-2745-B2BD-903249D642B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7276381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B5B29BD-3A32-FC46-F5CE-C6743795C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4D77822-D816-74A8-77CA-0155574C39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9AD5935-4918-E131-CACD-8D14865479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A3BB09D1-2CC4-A852-8A92-F556412FAE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F67C95D6-4DF8-1D7B-C0C2-24F02184D7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C5EE48B0-813C-C8BE-DF8C-B76E22839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C30AB-B4C5-9B4C-A137-0CE7EC9A565C}" type="datetimeFigureOut">
              <a:rPr kumimoji="1" lang="zh-TW" altLang="en-US" smtClean="0"/>
              <a:t>2026/10/2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37CBBC0B-24F0-7673-667D-27688ED26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486E8718-629B-FD0D-66C9-4589E2D50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4E62A-82F8-2745-B2BD-903249D642B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860603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B17CBFF-54CB-A20F-02EB-6E7CE3B97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EC34468C-1B6E-464A-06AA-1D2305395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C30AB-B4C5-9B4C-A137-0CE7EC9A565C}" type="datetimeFigureOut">
              <a:rPr kumimoji="1" lang="zh-TW" altLang="en-US" smtClean="0"/>
              <a:t>2026/10/2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A6D118B5-3B81-AB45-D395-006922BAD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8F81D9A-508A-813A-2BBB-3BFDA1773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4E62A-82F8-2745-B2BD-903249D642B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122470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52FD49EA-3899-F40E-2EA7-B5C4E44BA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C30AB-B4C5-9B4C-A137-0CE7EC9A565C}" type="datetimeFigureOut">
              <a:rPr kumimoji="1" lang="zh-TW" altLang="en-US" smtClean="0"/>
              <a:t>2026/10/2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8CB851F8-31E9-EE3E-44F8-C2E63673C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8C81B84-5B80-FAEE-557C-57E370A8C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4E62A-82F8-2745-B2BD-903249D642B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196823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AA47518-D180-DC72-0E22-40BCE91C0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478C927-8CC0-16CB-5089-52D909DEEC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58C1974-0DA9-9CC0-F1A0-5EDCD6109B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3547C74-D39F-C6A2-12B6-CA2EB3C2D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C30AB-B4C5-9B4C-A137-0CE7EC9A565C}" type="datetimeFigureOut">
              <a:rPr kumimoji="1" lang="zh-TW" altLang="en-US" smtClean="0"/>
              <a:t>2026/10/2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1BDCBDA-3A14-BA8E-479C-36429DFC6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E10E363-D5B1-2399-B3BA-9CAEEE538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4E62A-82F8-2745-B2BD-903249D642B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001268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81E531A-1333-792C-7E68-7AF4C468F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9F9773A0-66B6-28CD-A925-B2C320E63B3D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2DC239F1-7217-F21E-5A6F-68C8D73325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0E8692C-7114-ABBE-3DA6-B7FD580E3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C30AB-B4C5-9B4C-A137-0CE7EC9A565C}" type="datetimeFigureOut">
              <a:rPr kumimoji="1" lang="zh-TW" altLang="en-US" smtClean="0"/>
              <a:t>2026/10/2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BBC827B-39E2-8504-FE61-497E5F2FD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79B1A10-4A71-0ED9-B40C-F2EFF1E5E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4E62A-82F8-2745-B2BD-903249D642B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678017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6051996-7E3A-5E79-7D27-2B06B2B00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A49C3EC-0BAC-EB81-1517-3C5B4DE2D0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EC16578-E0F4-B610-70EA-9AAAFD045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C30AB-B4C5-9B4C-A137-0CE7EC9A565C}" type="datetimeFigureOut">
              <a:rPr kumimoji="1" lang="zh-TW" altLang="en-US" smtClean="0"/>
              <a:t>2026/10/2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8E0289A-A0AB-FAF2-24D4-6FDDEAA33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E789685-162B-B986-5FE0-9D5DE4EFB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4E62A-82F8-2745-B2BD-903249D642B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813401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121C5CB2-03FE-A7F1-1BFD-27B0C77CA9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D3A1CD0F-AFEF-966D-EBD7-78F34ED708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B2E0CC0-0D6C-034C-196F-32C29F368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C30AB-B4C5-9B4C-A137-0CE7EC9A565C}" type="datetimeFigureOut">
              <a:rPr kumimoji="1" lang="zh-TW" altLang="en-US" smtClean="0"/>
              <a:t>2026/10/2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4FCCEC1-2FAA-65A9-676A-D8E705387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C9C26E1-951A-68C2-AAAC-E37C74444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4E62A-82F8-2745-B2BD-903249D642B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12644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ABA12996-F1F3-1A85-404A-FA85E8868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2CA5CDE-AB75-24DE-96A2-D6897E0D00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843D0AF-50AA-AE3F-C1A9-7E620F5690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9C30AB-B4C5-9B4C-A137-0CE7EC9A565C}" type="datetimeFigureOut">
              <a:rPr kumimoji="1" lang="zh-TW" altLang="en-US" smtClean="0"/>
              <a:t>2026/10/2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6AA5AD8-FF71-17DB-A47F-A50FDEBE24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9DEBCD7-0B1C-BDA5-2EEE-D3B27114BB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B4E62A-82F8-2745-B2BD-903249D642B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857268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3U8N5sPdQPk" TargetMode="External"/><Relationship Id="rId2" Type="http://schemas.openxmlformats.org/officeDocument/2006/relationships/hyperlink" Target="https://www.slideshare.net/slideshow/decision-trees-97029144/97029144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youtube.com/watch?v=yfDLN82D6Gc" TargetMode="External"/><Relationship Id="rId4" Type="http://schemas.openxmlformats.org/officeDocument/2006/relationships/hyperlink" Target="https://www.youtube.com/watch?v=bE2yMLKJFbk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AA60F6E-47BE-C3C7-513F-A5BCD52719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330905"/>
          </a:xfrm>
        </p:spPr>
        <p:txBody>
          <a:bodyPr>
            <a:normAutofit fontScale="90000"/>
          </a:bodyPr>
          <a:lstStyle/>
          <a:p>
            <a:r>
              <a:rPr kumimoji="1" lang="en-US" altLang="zh-TW" sz="4800" dirty="0"/>
              <a:t>A brief introduction to machine learning-I</a:t>
            </a:r>
            <a:endParaRPr kumimoji="1" lang="zh-TW" altLang="en-US" sz="4800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9D46B602-DFFA-A4C3-1FAF-B446F96E2E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43032"/>
            <a:ext cx="9144000" cy="2531133"/>
          </a:xfrm>
        </p:spPr>
        <p:txBody>
          <a:bodyPr>
            <a:normAutofit/>
          </a:bodyPr>
          <a:lstStyle/>
          <a:p>
            <a:r>
              <a:rPr kumimoji="1" lang="en-US" altLang="zh-TW" dirty="0"/>
              <a:t>David Chien-Chang Yen</a:t>
            </a:r>
          </a:p>
          <a:p>
            <a:r>
              <a:rPr kumimoji="1" lang="zh-TW" altLang="en-US" dirty="0"/>
              <a:t>嚴健彰</a:t>
            </a:r>
            <a:endParaRPr kumimoji="1" lang="en-US" altLang="zh-TW" dirty="0"/>
          </a:p>
          <a:p>
            <a:r>
              <a:rPr kumimoji="1" lang="en-US" altLang="zh-TW" dirty="0" err="1"/>
              <a:t>yen@math.fju.edu.tw</a:t>
            </a:r>
            <a:endParaRPr kumimoji="1" lang="en-US" altLang="zh-TW" dirty="0"/>
          </a:p>
          <a:p>
            <a:r>
              <a:rPr kumimoji="1" lang="en-US" altLang="zh-TW" dirty="0"/>
              <a:t>Oct 2, 2026</a:t>
            </a:r>
          </a:p>
          <a:p>
            <a:r>
              <a:rPr kumimoji="1" lang="en-US" altLang="zh-TW" dirty="0"/>
              <a:t>Fu Jen Catholic University, Mathematics</a:t>
            </a:r>
          </a:p>
          <a:p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6673651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E6CAD00-232B-0755-74DE-BC26409D9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Data Sets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0E4646A-8E64-128C-0829-E264FB7FA9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6209"/>
            <a:ext cx="10515600" cy="5166665"/>
          </a:xfrm>
        </p:spPr>
        <p:txBody>
          <a:bodyPr/>
          <a:lstStyle/>
          <a:p>
            <a:r>
              <a:rPr kumimoji="1" lang="en-US" altLang="zh-TW" dirty="0"/>
              <a:t>Time series: spikes, stocks, weather</a:t>
            </a:r>
          </a:p>
          <a:p>
            <a:endParaRPr kumimoji="1" lang="en-US" altLang="zh-TW" dirty="0"/>
          </a:p>
          <a:p>
            <a:pPr marL="0" indent="0">
              <a:buNone/>
            </a:pPr>
            <a:endParaRPr kumimoji="1" lang="en-US" altLang="zh-TW" dirty="0"/>
          </a:p>
          <a:p>
            <a:pPr marL="0" indent="0">
              <a:buNone/>
            </a:pPr>
            <a:endParaRPr kumimoji="1" lang="en-US" altLang="zh-TW" dirty="0"/>
          </a:p>
          <a:p>
            <a:r>
              <a:rPr kumimoji="1" lang="en-US" altLang="zh-TW" dirty="0"/>
              <a:t>Collection: astronomical images, HIRD, iris, </a:t>
            </a:r>
            <a:r>
              <a:rPr kumimoji="1" lang="en-US" altLang="zh-TW" dirty="0" err="1"/>
              <a:t>Rawdata_feature_all.csv</a:t>
            </a:r>
            <a:r>
              <a:rPr kumimoji="1" lang="en-US" altLang="zh-TW" dirty="0"/>
              <a:t> </a:t>
            </a:r>
          </a:p>
          <a:p>
            <a:r>
              <a:rPr kumimoji="1" lang="en-US" altLang="zh-TW" dirty="0"/>
              <a:t>https://</a:t>
            </a:r>
            <a:r>
              <a:rPr kumimoji="1" lang="en-US" altLang="zh-TW" dirty="0" err="1"/>
              <a:t>codeocean.com</a:t>
            </a:r>
            <a:r>
              <a:rPr kumimoji="1" lang="en-US" altLang="zh-TW" dirty="0"/>
              <a:t>/capsule/4347581/tree/v2</a:t>
            </a:r>
          </a:p>
          <a:p>
            <a:endParaRPr kumimoji="1" lang="en-US" altLang="zh-TW" dirty="0"/>
          </a:p>
          <a:p>
            <a:endParaRPr kumimoji="1" lang="en-US" altLang="zh-TW" dirty="0"/>
          </a:p>
          <a:p>
            <a:endParaRPr kumimoji="1"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D4997613-A942-75C8-2F9F-97233A6122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618" y="1842381"/>
            <a:ext cx="3164158" cy="1460083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71131934-1AAC-922D-82E4-2D5475EA79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5258" y="1708566"/>
            <a:ext cx="2688836" cy="1593898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37CBB10C-61C2-302E-CED9-2FAA876FBD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0546" y="1739232"/>
            <a:ext cx="3060188" cy="1532566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49DA3D61-DC13-2919-B93C-3FDF3C5651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559" y="4638674"/>
            <a:ext cx="1587500" cy="1854200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59CAEFDB-8693-E07F-E899-A902456EB8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41849" y="4651141"/>
            <a:ext cx="2715895" cy="1865630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3AF4D257-7B40-8670-60F7-F2AB5BBB82F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89979" y="4626312"/>
            <a:ext cx="3228229" cy="1810958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08D95F4B-31A1-DCD0-F8F7-C65D7510047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50443" y="4627749"/>
            <a:ext cx="3060353" cy="1913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7792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4728684-9733-E87E-E287-4C6BB0B4E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Non-Classification Data Sets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DCDC1BA-A065-2258-E57A-C18B74AFC8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Methods for classification: PCA, RFS, WSC, min-max</a:t>
            </a:r>
          </a:p>
          <a:p>
            <a:pPr marL="0" indent="0">
              <a:buNone/>
            </a:pPr>
            <a:r>
              <a:rPr lang="zh-TW" altLang="zh-TW" sz="2000" dirty="0"/>
              <a:t>Spike sorting by a minimax reduced feature set based</a:t>
            </a:r>
            <a:r>
              <a:rPr lang="en-US" altLang="zh-TW" sz="2000" dirty="0"/>
              <a:t> </a:t>
            </a:r>
            <a:r>
              <a:rPr lang="zh-TW" altLang="zh-TW" sz="2000" dirty="0"/>
              <a:t>on finite differences</a:t>
            </a:r>
            <a:r>
              <a:rPr lang="en-US" altLang="zh-TW" sz="2000" dirty="0"/>
              <a:t> (</a:t>
            </a:r>
            <a:r>
              <a:rPr lang="zh-TW" altLang="zh-TW" sz="2000" dirty="0"/>
              <a:t>DOI 10.1007/s12576-008-0010-x</a:t>
            </a:r>
            <a:r>
              <a:rPr lang="en-US" altLang="zh-TW" sz="2000" dirty="0"/>
              <a:t>)</a:t>
            </a:r>
            <a:endParaRPr lang="zh-TW" altLang="zh-TW" sz="2000" dirty="0"/>
          </a:p>
          <a:p>
            <a:endParaRPr kumimoji="1" lang="en-US" altLang="zh-TW" dirty="0"/>
          </a:p>
          <a:p>
            <a:endParaRPr kumimoji="1"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107A3D07-16B9-3FEB-638E-597E1AB4D7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3299" y="3244386"/>
            <a:ext cx="8632438" cy="2821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8245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4ADEED0-F8F7-9C7F-872C-D5C9323B1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Classification Data Sets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8EAF907-A3FF-42AB-185A-47530AB20B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229487"/>
          </a:xfrm>
        </p:spPr>
        <p:txBody>
          <a:bodyPr>
            <a:normAutofit/>
          </a:bodyPr>
          <a:lstStyle/>
          <a:p>
            <a:r>
              <a:rPr kumimoji="1" lang="en-US" altLang="zh-TW" dirty="0"/>
              <a:t>iris, </a:t>
            </a:r>
            <a:r>
              <a:rPr kumimoji="1" lang="en-US" altLang="zh-TW" dirty="0" err="1"/>
              <a:t>Rawdata_feature_all.csv</a:t>
            </a:r>
            <a:endParaRPr kumimoji="1" lang="en-US" altLang="zh-TW" dirty="0"/>
          </a:p>
          <a:p>
            <a:r>
              <a:rPr kumimoji="1" lang="en-US" altLang="zh-TW" dirty="0"/>
              <a:t>Find a rule for classification (machine learning) in order to next goal: DTR, RF, BR (Bayesian Ridge Regression), GBR (Gradient Boosting Regressor), SVR</a:t>
            </a:r>
          </a:p>
          <a:p>
            <a:r>
              <a:rPr kumimoji="1" lang="en-US" altLang="zh-TW" dirty="0">
                <a:hlinkClick r:id="rId2"/>
              </a:rPr>
              <a:t>https://www.slideshare.net/slideshow/decision-trees-97029144/97029144</a:t>
            </a:r>
            <a:endParaRPr kumimoji="1" lang="en-US" altLang="zh-TW" dirty="0"/>
          </a:p>
          <a:p>
            <a:r>
              <a:rPr kumimoji="1" lang="en-US" altLang="zh-TW" dirty="0">
                <a:hlinkClick r:id="rId3"/>
              </a:rPr>
              <a:t>https://www.youtube.com/watch?v=3U8N5sPdQPk</a:t>
            </a:r>
            <a:endParaRPr kumimoji="1" lang="en-US" altLang="zh-TW" dirty="0"/>
          </a:p>
          <a:p>
            <a:r>
              <a:rPr kumimoji="1" lang="en-US" altLang="zh-TW" dirty="0">
                <a:hlinkClick r:id="rId4"/>
              </a:rPr>
              <a:t>https://www.youtube.com/watch?v=bE2yMLKJFbk</a:t>
            </a:r>
            <a:endParaRPr kumimoji="1" lang="en-US" altLang="zh-TW" dirty="0"/>
          </a:p>
          <a:p>
            <a:r>
              <a:rPr kumimoji="1" lang="en-US" altLang="zh-TW" dirty="0">
                <a:hlinkClick r:id="rId5"/>
              </a:rPr>
              <a:t>https://www.youtube.com/watch?v=yfDLN82D6Gc</a:t>
            </a:r>
            <a:endParaRPr kumimoji="1" lang="en-US" altLang="zh-TW" dirty="0"/>
          </a:p>
          <a:p>
            <a:endParaRPr kumimoji="1"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889873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A78080D-964F-52F3-905F-C2E148FFF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Goals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98D6ADE-DFF3-F726-0A07-FADB57821F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292785"/>
          </a:xfrm>
        </p:spPr>
        <p:txBody>
          <a:bodyPr/>
          <a:lstStyle/>
          <a:p>
            <a:r>
              <a:rPr kumimoji="1" lang="en-US" altLang="zh-TW" dirty="0"/>
              <a:t>Spikes: de-code the biological information</a:t>
            </a:r>
          </a:p>
          <a:p>
            <a:r>
              <a:rPr kumimoji="1" lang="en-US" altLang="zh-TW" dirty="0"/>
              <a:t>Stocks: predict the next stock price</a:t>
            </a:r>
          </a:p>
          <a:p>
            <a:r>
              <a:rPr kumimoji="1" lang="en-US" altLang="zh-TW" dirty="0"/>
              <a:t>Weather: effect on evolution of asthmas</a:t>
            </a:r>
          </a:p>
          <a:p>
            <a:r>
              <a:rPr kumimoji="1" lang="en-US" altLang="zh-TW" dirty="0"/>
              <a:t>Astronomical image: probe the galactic center region</a:t>
            </a:r>
          </a:p>
          <a:p>
            <a:r>
              <a:rPr kumimoji="1" lang="en-US" altLang="zh-TW" dirty="0"/>
              <a:t> iris: Study the methods of machine learning</a:t>
            </a:r>
          </a:p>
          <a:p>
            <a:r>
              <a:rPr kumimoji="1" lang="en-US" altLang="zh-TW" dirty="0" err="1"/>
              <a:t>Rawdata_feature_all.csv</a:t>
            </a:r>
            <a:r>
              <a:rPr kumimoji="1" lang="en-US" altLang="zh-TW" dirty="0"/>
              <a:t>: Find the significant A-sites and B-sites </a:t>
            </a:r>
          </a:p>
          <a:p>
            <a:endParaRPr kumimoji="1" lang="en-US" altLang="zh-TW" dirty="0"/>
          </a:p>
          <a:p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472668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30C63B9-C702-9916-62F2-0B2E365AC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Decision Tree  for iris data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A44BBB7-FAF5-D811-C485-C402AD3DE2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97F9F98A-9FBA-823F-62D5-CEF505C2F3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999" y="1296871"/>
            <a:ext cx="6905702" cy="5179277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C21F252D-3BFF-E52D-8EA1-3C27FF3F21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3617" y="2294906"/>
            <a:ext cx="4686300" cy="209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0611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5F68D1D-7C42-A8EC-1D8E-64163025B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zh-TW" b="1" dirty="0"/>
              <a:t>Decision Trees Explained - Entropy, Information Gain, Gini Index, CCP Pruning</a:t>
            </a:r>
            <a:br>
              <a:rPr lang="zh-TW" altLang="zh-TW" b="1" dirty="0"/>
            </a:b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BD07C28-E5DD-8B93-0F0F-6786879592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7975" y="1253332"/>
            <a:ext cx="10515600" cy="4351338"/>
          </a:xfrm>
        </p:spPr>
        <p:txBody>
          <a:bodyPr/>
          <a:lstStyle/>
          <a:p>
            <a:r>
              <a:rPr kumimoji="1" lang="en" altLang="zh-TW" dirty="0"/>
              <a:t>https://</a:t>
            </a:r>
            <a:r>
              <a:rPr kumimoji="1" lang="en" altLang="zh-TW" dirty="0" err="1"/>
              <a:t>towardsdatascience.com</a:t>
            </a:r>
            <a:r>
              <a:rPr kumimoji="1" lang="en" altLang="zh-TW" dirty="0"/>
              <a:t>/decision-trees-explained-entropy-information-gain-gini-index-ccp-pruning-4d78070db36c/</a:t>
            </a:r>
            <a:endParaRPr kumimoji="1"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89F2B55F-FC27-04B8-E13D-63F99AAFF9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6278" y="2185671"/>
            <a:ext cx="6249900" cy="3301834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0F273447-4630-4192-234E-A4F4FD3F8BD7}"/>
              </a:ext>
            </a:extLst>
          </p:cNvPr>
          <p:cNvSpPr txBox="1"/>
          <p:nvPr/>
        </p:nvSpPr>
        <p:spPr>
          <a:xfrm>
            <a:off x="838200" y="2759416"/>
            <a:ext cx="39809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zh-TW" dirty="0"/>
              <a:t>Entropy is measured by the formula:</a:t>
            </a:r>
            <a:endParaRPr kumimoji="1"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55F58E2-5F32-C1E3-20A2-9DB5886A73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3308" y="3334938"/>
            <a:ext cx="2882900" cy="1003300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4A349C9A-80EE-10B3-31C1-B673CA828FF6}"/>
              </a:ext>
            </a:extLst>
          </p:cNvPr>
          <p:cNvSpPr txBox="1"/>
          <p:nvPr/>
        </p:nvSpPr>
        <p:spPr>
          <a:xfrm>
            <a:off x="838200" y="4381287"/>
            <a:ext cx="39809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zh-TW" dirty="0"/>
              <a:t>The formula for Gini Index:</a:t>
            </a:r>
            <a:endParaRPr kumimoji="1" lang="zh-TW" altLang="en-US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3130D8C9-8A86-8550-D615-6D515BF93E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5292" y="4295189"/>
            <a:ext cx="61849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3324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3827767-F753-2AA4-5C63-62331A68F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Deep learning 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053D9C7-E4AF-9D69-BA80-35F0AD701C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Use the classified data set to learn the rule</a:t>
            </a:r>
          </a:p>
          <a:p>
            <a:r>
              <a:rPr kumimoji="1" lang="en-US" altLang="zh-TW" dirty="0"/>
              <a:t>How to find the feature?</a:t>
            </a:r>
            <a:endParaRPr kumimoji="1"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C20874C3-9281-30C6-8BEF-471A4FC132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3520" y="2411451"/>
            <a:ext cx="4819650" cy="3448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94194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312</Words>
  <Application>Microsoft Macintosh PowerPoint</Application>
  <PresentationFormat>寬螢幕</PresentationFormat>
  <Paragraphs>39</Paragraphs>
  <Slides>8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佈景主題</vt:lpstr>
      <vt:lpstr>A brief introduction to machine learning-I</vt:lpstr>
      <vt:lpstr>Data Sets</vt:lpstr>
      <vt:lpstr>Non-Classification Data Sets</vt:lpstr>
      <vt:lpstr>Classification Data Sets</vt:lpstr>
      <vt:lpstr>Goals</vt:lpstr>
      <vt:lpstr>Decision Tree  for iris data</vt:lpstr>
      <vt:lpstr>Decision Trees Explained - Entropy, Information Gain, Gini Index, CCP Pruning </vt:lpstr>
      <vt:lpstr>Deep learning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cc</dc:creator>
  <cp:lastModifiedBy>cc</cp:lastModifiedBy>
  <cp:revision>14</cp:revision>
  <dcterms:created xsi:type="dcterms:W3CDTF">2026-10-01T22:29:16Z</dcterms:created>
  <dcterms:modified xsi:type="dcterms:W3CDTF">2026-10-02T00:51:21Z</dcterms:modified>
</cp:coreProperties>
</file>